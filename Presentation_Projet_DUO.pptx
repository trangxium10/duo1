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DUO - Notre Blog d'Expériences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du projet web</a:t>
            </a:r>
          </a:p>
          <a:p>
            <a:r>
              <a:t>Par Xiu et [Ton Prénom]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Qu'est-ce que le Projet DUO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 blog conçu par deux amies pour partager nos expériences et nos histoires.</a:t>
            </a:r>
          </a:p>
          <a:p>
            <a:pPr/>
            <a:r>
              <a:t>Notre objectif : Faire part de notre expérience de vie en France.</a:t>
            </a:r>
          </a:p>
          <a:p>
            <a:pPr/>
            <a:r>
              <a:t>Aider, conseiller ou tout simplement divertir les visiteurs du 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deux axes du blog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Livres : Partage de nos lectures, revues et recommandations.</a:t>
            </a:r>
          </a:p>
          <a:p>
            <a:pPr/>
            <a:r>
              <a:t>Lifestyle : Anecdotes, sorties, astuces et découvertes quotidiennes.</a:t>
            </a:r>
          </a:p>
          <a:p>
            <a:pPr/>
            <a:r>
              <a:t>Fonctionnement : En tant qu'administratrices, nous postons les textes dans ces rubriques.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L'accès aux Histoires Privées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Accès libre : Une grande partie des expériences est lisible par les visiteurs externes.</a:t>
            </a:r>
          </a:p>
          <a:p>
            <a:pPr/>
            <a:r>
              <a:t>Accès restreint : Certaines histoires plus personnelles sont privées.</a:t>
            </a:r>
          </a:p>
          <a:p>
            <a:pPr/>
            <a:r>
              <a:t>Solution : L'utilisateur doit créer un compte et se connecter pour y accéder.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et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Éditeur de code (IDE) : Visual Studio Code.</a:t>
            </a:r>
          </a:p>
          <a:p>
            <a:pPr/>
            <a:r>
              <a:t>Travail d'équipe : Utilisation de GitHub.</a:t>
            </a:r>
          </a:p>
          <a:p>
            <a:pPr/>
            <a:r>
              <a:t>GitHub nous permet de synchroniser notre travail, de communiquer et de partager le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 et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Technologie utilisée : MySQL Workbench.</a:t>
            </a:r>
          </a:p>
          <a:p>
            <a:pPr/>
            <a:r>
              <a:t>Fonction : Gestion du système d'authentification du blog.</a:t>
            </a:r>
          </a:p>
          <a:p>
            <a:pPr/>
            <a:r>
              <a:t>Elle permet d'enregistrer les inscriptions et de vérifier les connexions (indispensable pour les histoires privées).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Bilan et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DUO = L'aboutissement technique de nos compétences web.</a:t>
            </a:r>
          </a:p>
          <a:p>
            <a:pPr/>
            <a:r>
              <a:t>C'est un espace de partage pour inspirer les personnes (notamment celles qui découvrent la France).</a:t>
            </a:r>
          </a:p>
          <a:p>
            <a:pPr/>
            <a:r>
              <a:t>Merci de votre écoute ! Place aux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